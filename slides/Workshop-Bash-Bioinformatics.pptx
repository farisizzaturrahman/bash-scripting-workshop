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OMICSLITE WORKSHOP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Bash for Biological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nol hingga menulis pipeline analisis data biologis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03720" y="3977640"/>
            <a:ext cx="461772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03720" y="3977640"/>
            <a:ext cx="461772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7050024" y="40782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251192" y="40782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7452360" y="40782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97764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workshop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04888" y="4379976"/>
            <a:ext cx="421538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"Hello, Bioinformatics!"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Bioinformatics!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"^&gt;" genome.fasta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Sabtu, 18 Juli 2026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10.00 – 15.00 WIB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Online via Zoom  ·  Level: Pemula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Akhir Workshop, Kamu Akan Bisa…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379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terminal &amp; bash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 apa itu terminal, shell, kernel — dan kenapa penting untuk biologi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28800"/>
            <a:ext cx="502920" cy="502920"/>
          </a:xfrm>
          <a:prstGeom prst="ellipse">
            <a:avLst/>
          </a:prstGeom>
          <a:solidFill>
            <a:srgbClr val="4EAA25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84648" y="18379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Menavigasi sistem 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Bergerak, membuat, menyalin, dan menata folder proyek dengan percaya diri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160020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182880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0536" y="18379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data teks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grep, cut, sort, awk, sed, dan pipe untuk menyaring &amp; transformasi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3849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format biologi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&amp; memproses FASTA, FASTQ, dan BED dari command line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15968" y="361188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8404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84648" y="3849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bash script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Mengotomasi analisis berulang dengan variabel, loop, dan kondisional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91856" y="361188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0456" y="3840480"/>
            <a:ext cx="502920" cy="502920"/>
          </a:xfrm>
          <a:prstGeom prst="ellipse">
            <a:avLst/>
          </a:prstGeom>
          <a:solidFill>
            <a:srgbClr val="4EAA25"/>
          </a:solidFill>
          <a:ln/>
        </p:spPr>
      </p:sp>
      <p:sp>
        <p:nvSpPr>
          <p:cNvPr id="31" name="Text 29"/>
          <p:cNvSpPr/>
          <p:nvPr/>
        </p:nvSpPr>
        <p:spPr>
          <a:xfrm>
            <a:off x="8220456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860536" y="3849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mini pipeline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47888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semuanya menjadi alur analisis end-to-end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5 JAM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Rundown Hari Ini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040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perkenalan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040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73152" cy="658368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teori — Modul 1 s/d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040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73152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175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30175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Istirahat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7040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49040"/>
            <a:ext cx="73152" cy="658368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49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12.30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37490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Case Study 1 &amp; 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7040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80560"/>
            <a:ext cx="73152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805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03120" y="44805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Tanya Jawab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7040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12080"/>
            <a:ext cx="73152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120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14.50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03120" y="52120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&amp; langkah selanjutnya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1554480"/>
            <a:ext cx="33832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80′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813816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materi teori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38160" y="3108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120′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813816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hands-on praktek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4389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8138160" y="5166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data nyata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RIBET INSTALASI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Bash Langsung dari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Browser-mu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install WSL, Ubuntu, atau apa pun di laptop. Cukup buka tab browser, dan kamu sudah punya terminal Linux yang siap pakai.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55280" y="2011680"/>
            <a:ext cx="356616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0" y="2011680"/>
            <a:ext cx="356616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101584" y="21122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302752" y="21122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21122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011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terminal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56448" y="2414016"/>
            <a:ext cx="316382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 tab browser: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peneliti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data/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seq.fasta  reads.fastq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tanpa install! 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INSTALL · PILIH SALAH SATU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Pilihan Terminal di Browser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4EAA2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91440" cy="137160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2011680" cy="320040"/>
          </a:xfrm>
          <a:prstGeom prst="rect">
            <a:avLst/>
          </a:prstGeom>
          <a:solidFill>
            <a:srgbClr val="4EA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REKOMENDASI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sandbox.bio</a:t>
            </a:r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terminal bioinformatika di browser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login, tanpa setup. Sudah berisi tool bioinformatika (seqkit, bedtools, awk) + tutorial yang persis cocok dengan modul kita. Jalan penuh di dalam browser.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5204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108960"/>
            <a:ext cx="3520440" cy="914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337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Shell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shell.cloud.google.com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Debian penuh, 50 jam/minggu gratis, 5GB storage. Perlu akun Google. Catatan: usia 18+.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15968" y="3108960"/>
            <a:ext cx="35204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3108960"/>
            <a:ext cx="3520440" cy="91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337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replit.com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'Bash' repl. IDE browser, gratis, perlu akun. Cocok untuk kerja tersimpan &amp; kolaboratif.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91856" y="3108960"/>
            <a:ext cx="35204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1856" y="3108960"/>
            <a:ext cx="3520440" cy="91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3337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webvm.io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7888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webvm.io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47888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di browser tanpa login sama sekali. Tool lebih terbatas, tapi nol friksi untuk mencoba cepat.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77240" y="2971800"/>
            <a:ext cx="5486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Pengenalan Terminal &amp; Bash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terminal, shell, kernel — dan kenapa jadi standar di bioinformatika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91840" cy="4846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005840"/>
            <a:ext cx="73152" cy="484632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vs shell vs bash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pertama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sebuah perintah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penting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user@omicslite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Terminal, Shell, Bash — Apa Bedanya?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tempat kamu mengetik perintah dan melihat hasilnya. Pintu masuk ke sistem.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5204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37360"/>
            <a:ext cx="502920" cy="502920"/>
          </a:xfrm>
          <a:prstGeom prst="ellipse">
            <a:avLst/>
          </a:prstGeom>
          <a:solidFill>
            <a:srgbClr val="4EAA25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84648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penerjemah perintahmu agar bisa dijalankan sistem operasi.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9680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57032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shell paling umum di Linux &amp; macOS. Standar industri bioinformatika.</a:t>
            </a:r>
            <a:endParaRPr lang="en-US" sz="1250" dirty="0"/>
          </a:p>
        </p:txBody>
      </p:sp>
      <p:pic>
        <p:nvPicPr>
          <p:cNvPr id="19" name="Image 0" descr="/home/claude/build2/assets/terminal-shell-ker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3429000"/>
            <a:ext cx="9052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· MEMBACA PERINTAH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 Sebuah Perintah</a:t>
            </a:r>
            <a:endParaRPr lang="en-US" sz="2900" dirty="0"/>
          </a:p>
        </p:txBody>
      </p:sp>
      <p:pic>
        <p:nvPicPr>
          <p:cNvPr id="4" name="Image 0" descr="/home/claude/build2/assets/command-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76809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Penting?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0" y="20574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Begitu kamu paham polanya —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· opsi · argumen · file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kamu bisa menebak cara kerja perintah baru tanpa menghafal.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Spasi memisahkan setiap bagian. Itu sebabnya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cd..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salah, dan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..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benar.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· PRAKTEK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Perintah Pertamamu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08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911096"/>
            <a:ext cx="508406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Siapa saya? Di mana saya?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peneliti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/home/peneliti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date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 Jul 18 10:15 WIB 2026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"Halo terminal!"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Halo terminal!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Butuh bantuan?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man ls   # q untuk keluar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2057400"/>
            <a:ext cx="169164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574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Sensitif huruf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0574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≠ ls — perhatikan kapital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2880360"/>
            <a:ext cx="169164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8803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nama file/perintah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169164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7033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/ 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7033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telusuri riwayat perintah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92240" y="4526280"/>
            <a:ext cx="169164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2628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5262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batalkan perintah yang berjalan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92240" y="5349240"/>
            <a:ext cx="1691640" cy="7132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534924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itu normal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53492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profesional kena tiap hari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77240" y="2971800"/>
            <a:ext cx="5486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Navigasi File &amp; Direktori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Bergerak di sistem file Linux dengan percaya diri dan menata proyek dengan rapi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91840" cy="4846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005840"/>
            <a:ext cx="73152" cy="484632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Pohon sistem file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absolut vs relatif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navigasi inti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proyek bioinformatika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user@omicslite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ORIENTASI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File itu Sebuah Pohon</a:t>
            </a:r>
            <a:endParaRPr lang="en-US" sz="2900" dirty="0"/>
          </a:p>
        </p:txBody>
      </p:sp>
      <p:pic>
        <p:nvPicPr>
          <p:cNvPr id="4" name="Image 0" descr="/home/claude/build2/assets/filesystem-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731520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554480"/>
            <a:ext cx="333756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52560" y="1792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Absolut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39912" y="2423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Dimulai dari akar (/). Selalu menunjuk lokasi sama: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/home/user/data/seq.fa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83880" y="3749040"/>
            <a:ext cx="333756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0" y="397764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052560" y="39867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Relatif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39912" y="46177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 terhadap posisimu sekarang: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data/seq.fa  atau  ../results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Perintah Navigasi &amp; Struktur Proyek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554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saya?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848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isi (ukuran terbaca)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151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folder/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6151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folder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455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31455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satu tingkat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758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a/b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6758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folder + parent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s/ d/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4206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file/folder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36592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365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x 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63240" y="4736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/ rename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266944"/>
            <a:ext cx="228600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669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-i 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52669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(konfirmasi)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53949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554480"/>
            <a:ext cx="539496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0" name="Shape 28"/>
          <p:cNvSpPr/>
          <p:nvPr/>
        </p:nvSpPr>
        <p:spPr>
          <a:xfrm>
            <a:off x="6272784" y="1655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3952" y="1655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1655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1554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struktur proyek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1956816"/>
            <a:ext cx="499262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tree my_project/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my_project/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# raw — jangan diubah!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results/   # output analisis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   # bash/python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logs/      # catatan proses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# dokumentasi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26480" y="5349240"/>
            <a:ext cx="53949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4EAA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Aturan emas: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ubah data mentah.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444 data/raw/*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read-only.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77240" y="2971800"/>
            <a:ext cx="5486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Processing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Senjata inti bioinformatika: menyaring, memotong, mengurutkan, dan mengubah data teks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91840" cy="4846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005840"/>
            <a:ext cx="73152" cy="484632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mencari pola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— merangkai perintah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· sort · uniq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&amp; 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user@omicslite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GREP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grep — Mencari Pola dalam Teks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0080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640080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08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911096"/>
            <a:ext cx="599846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Hitung jumlah sequence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"^&gt;" sequences.fasta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Cari organisme (abaikan kapital)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-i "homo sapiens" seq.fasta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Baris yang TIDAK cocok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-v "^&gt;" seq.fasta | wc -l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Tampilkan dengan nomor baris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-n "BRCA1" seq.fasta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Penting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kecocokan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0" y="27249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abaikan kapital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0" y="33467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3467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 hasil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0" y="39684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9684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baris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0" y="45902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utuh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0" y="5212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baris = &gt;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PIPE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 ( | ) — Merangkai Perintah</a:t>
            </a:r>
            <a:endParaRPr lang="en-US" sz="2900" dirty="0"/>
          </a:p>
        </p:txBody>
      </p:sp>
      <p:pic>
        <p:nvPicPr>
          <p:cNvPr id="4" name="Image 0" descr="/home/claude/build2/assets/how-pipes-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10515600" cy="2423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4023360"/>
            <a:ext cx="923544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63040" y="4023360"/>
            <a:ext cx="923544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4"/>
          <p:cNvSpPr/>
          <p:nvPr/>
        </p:nvSpPr>
        <p:spPr>
          <a:xfrm>
            <a:off x="1609344" y="41239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810512" y="41239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2011680" y="4123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40233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64208" y="4425696"/>
            <a:ext cx="88331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 5 organisme terbanyak — satu baris, banyak perintah: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"^&gt;" seq.fasta | cut -d '|' -f 2 | sort | uniq -c | sort -rn | head -5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Homo sapiens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Mus musculus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Escherichia coli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· sort · uniq — Trio Pengolah Kolom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kolom tertentu.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-d '|' -f 2 file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kolom ke-2 (pemisah |)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37360"/>
            <a:ext cx="502920" cy="502920"/>
          </a:xfrm>
          <a:prstGeom prst="ellipse">
            <a:avLst/>
          </a:prstGeom>
          <a:solidFill>
            <a:srgbClr val="4EAA25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84648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baris.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-n  → numerik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-rn → besar ke kecil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9680" y="1746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57032" y="2377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/ hapus duplikat.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-c  → hitung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(butuh sort lebih dulu)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08813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657600"/>
            <a:ext cx="1088136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37581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987552" y="37581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8720" y="37581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36576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frekuensi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4059936"/>
            <a:ext cx="104790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Pola klasik: hitung frekuensi tiap kromosom dalam file BED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cut -f 1 regions.bed | sort | uniq -c | sort -rn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12 chr1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8 chr17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chrX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LANJUTAN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awk &amp; sed — Naik Level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— logika per kolom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hitung berbasis kolom. Ideal untuk tabel (TSV/BED).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44768" y="150876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73736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13448" y="1746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— cari &amp; ganti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editor: substitusi teks, hapus baris, transformasi cepat.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08813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91840"/>
            <a:ext cx="1088136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" y="3392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3392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3392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2918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&amp; 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694176"/>
            <a:ext cx="1047902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awk: total panjang semua region BED (kolom 3 - kolom 2)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'{sum += ($3-$2)} END {print sum}' regions.bed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48620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awk: filter region lebih panjang dari 1000 bp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'($3-$2) &gt; 1000' regions.bed | head -3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sed: ganti semua 'chr' menjadi 'Chromosome 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's/chr/Chromosome /g' regions.bed | head -1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Chromosome 1   1000   5000   geneA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77240" y="2971800"/>
            <a:ext cx="5486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File Bioinformatika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FASTA, FASTQ, BED — pahami strukturnya agar bisa diolah dengan perintah bash biasa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91840" cy="4846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005840"/>
            <a:ext cx="73152" cy="484632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FASTA &amp; FASTQ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kualitas Phred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BED &amp; koordinat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cepat per format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user@omicslite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 FASTA &amp; FASTQ</a:t>
            </a:r>
            <a:endParaRPr lang="en-US" sz="2900" dirty="0"/>
          </a:p>
        </p:txBody>
      </p:sp>
      <p:pic>
        <p:nvPicPr>
          <p:cNvPr id="4" name="Image 0" descr="/home/claude/build2/assets/fasta-fastq-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76809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95360" y="196596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diawali  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baris sequence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baris per read: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header · seq · + · quality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read FASTQ = 4 baris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Kualitas Pembacaan: Skor Phred</a:t>
            </a:r>
            <a:endParaRPr lang="en-US" sz="2900" dirty="0"/>
          </a:p>
        </p:txBody>
      </p:sp>
      <p:pic>
        <p:nvPicPr>
          <p:cNvPr id="4" name="Image 0" descr="/home/claude/build2/assets/phred-sca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10515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BED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BED &amp; Perintah per Format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57784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57784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087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regions.bed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911096"/>
            <a:ext cx="517550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BED: chrom  start  end  name  score  strand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(koordinat 0-based!)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   1000   5000   BRCA1   0   +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chr17  7600   8200   TP53    0   -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57784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840480"/>
            <a:ext cx="557784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941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3941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3941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8404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analisis bed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4242816"/>
            <a:ext cx="517550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region per kromosom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cut -f1 r.bed | sort | uniq -c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panjang tiap region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$3-$2}' r.bed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Cepat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Hitung jumlah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-c "^&gt;"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+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baris ÷ 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koordinat 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wc -l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492240" y="4846320"/>
            <a:ext cx="502920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48463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0-based vs 1-based 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mulai hitung dari 0; GFF/GTF dari 1. Salah sistem = salah posisi!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77240" y="2971800"/>
            <a:ext cx="5486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Bash Scripting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one-liner menjadi script yang bisa dipakai ulang untuk mengotomasi analisis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91840" cy="4846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005840"/>
            <a:ext cx="73152" cy="484632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script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&amp; substitusi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&amp; kondisional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aman (set -euo)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user@omicslite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56D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STRUKTUR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 Sebuah Script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5836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658368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93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093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6093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0876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fasta_stats.sh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911096"/>
            <a:ext cx="618134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bash      # shebang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        # mode aman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argumen &amp; variabel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INPUT="${1:-}"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NSEQ=$(grep -c "^&gt;" "$INPUT")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kondisional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[[ -z "$INPUT" ]]; then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"Usage: $0 &lt;file&gt;"; exit 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semua file FASTA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*.fasta; do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"$f: $(grep -c '^&gt;' "$f")"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1645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Shebang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#! menentukan penerjemah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0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907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saat error — lebih aman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38039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NAMA="x" tanpa spasi · pakai $NAMA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0" y="4334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A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$(...)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47000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substitution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0" y="5230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&amp; if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5596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&amp; ambil keputusan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PRAKTIK AMAN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Kenapa  set -euo pipefail  Penting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4EAA2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92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segera jika ada perintah yang gagal — tidak melanjutkan analisis di atas data rusak.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830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84648" y="1792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jika ada variabel yang belum didefinisikan — mencegah typo nama variabel diam-diam.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554480"/>
            <a:ext cx="35204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8308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9680" y="1792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pipefail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57032" y="2423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dianggap gagal jika perintah mana pun di dalamnya gagal — bukan hanya yang terakhir.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mode aman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bisa diam-diam menghasilkan output salah saat sebuah langkah gagal — dan kamu baru sadar berjam-jam kemudian.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mode aman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berhenti tepat di titik masalah, dengan pesan jelas. Selalu letakkan di baris kedua setiap script.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SAATNYA PRAKTEK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Session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menit menerapkan semua yang baru dipelajari pada data biologis nyata.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521208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703320"/>
            <a:ext cx="82296" cy="192024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31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Analysis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03120" y="4480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Eksplorasi, parsing header, hitung GC content, filter per organisme.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21208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703320"/>
            <a:ext cx="82296" cy="1920240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931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5895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Pipeline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89520" y="4480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proyek, QC FASTQ, analisis BED, tulis script pipeline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A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Sudah Kamu Kuasai Hari Ini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82296" cy="10241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746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&amp; bash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1305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Navigasi, perintah dasar, membaca anatomi perintah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15768"/>
            <a:ext cx="82296" cy="1024128"/>
          </a:xfrm>
          <a:prstGeom prst="rect">
            <a:avLst/>
          </a:prstGeom>
          <a:solidFill>
            <a:srgbClr val="4EAA2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1576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A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20240" y="2862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 teks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246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grep, cut, sort, uniq, pipe, awk, sed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31336"/>
            <a:ext cx="82296" cy="102412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3133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biologi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3616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FASTA, FASTQ, BED, dan skor kualitas Phred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946904"/>
            <a:ext cx="1088136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946904"/>
            <a:ext cx="82296" cy="10241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46904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F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920240" y="5093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547725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Variabel, loop, kondisional, mode aman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Kasih!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bioinformatician hebat dimulai dari  echo "Hello, World!"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lagi gratis di sandbox.bio — tutorialnya cocok dengan modul ini</a:t>
            </a:r>
            <a:endParaRPr lang="en-US" sz="15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&amp; glosarium → simpan untuk referensi</a:t>
            </a:r>
            <a:endParaRPr lang="en-US" sz="15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(BioPython) → R (Bioconductor) → Nextflow</a:t>
            </a:r>
            <a:endParaRPr lang="en-US" sz="15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komunitas OmicsLite &amp; terus berlatih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0" y="3520440"/>
            <a:ext cx="283464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3520440"/>
            <a:ext cx="2834640" cy="3108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833104" y="3621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034272" y="3621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3621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0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selesai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87968" y="3922776"/>
            <a:ext cx="24323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./next_steps.sh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Loading...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keep coding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stay curious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OmicsLite × Workshop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Bash for Biological Data Analysis</dc:title>
  <dc:subject>PptxGenJS Presentation</dc:subject>
  <dc:creator>OmicsLite</dc:creator>
  <cp:lastModifiedBy>OmicsLite</cp:lastModifiedBy>
  <cp:revision>1</cp:revision>
  <dcterms:created xsi:type="dcterms:W3CDTF">2026-06-11T03:49:01Z</dcterms:created>
  <dcterms:modified xsi:type="dcterms:W3CDTF">2026-06-11T03:49:01Z</dcterms:modified>
</cp:coreProperties>
</file>